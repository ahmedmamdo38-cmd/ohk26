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CF00"/>
    <a:srgbClr val="AF2867"/>
    <a:srgbClr val="C9338B"/>
    <a:srgbClr val="0074D8"/>
    <a:srgbClr val="623D91"/>
    <a:srgbClr val="442D73"/>
    <a:srgbClr val="A32271"/>
    <a:srgbClr val="0098BE"/>
    <a:srgbClr val="0010D8"/>
    <a:srgbClr val="C933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9" autoAdjust="0"/>
    <p:restoredTop sz="96327" autoAdjust="0"/>
  </p:normalViewPr>
  <p:slideViewPr>
    <p:cSldViewPr snapToGrid="0" snapToObjects="1">
      <p:cViewPr varScale="1">
        <p:scale>
          <a:sx n="110" d="100"/>
          <a:sy n="110" d="100"/>
        </p:scale>
        <p:origin x="72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 showGuides="1">
      <p:cViewPr varScale="1">
        <p:scale>
          <a:sx n="87" d="100"/>
          <a:sy n="87" d="100"/>
        </p:scale>
        <p:origin x="384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4D4C9-6805-D540-BF0E-8D5D44FA5A14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212D4-8506-FA4A-B89D-DDD39B1D7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26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EE868-360A-9D4F-ADEB-D95F6F3D8AE4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639CC-2304-9949-BEF3-54E737648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2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/>
          <p:cNvSpPr>
            <a:spLocks noGrp="1"/>
          </p:cNvSpPr>
          <p:nvPr>
            <p:ph type="title"/>
          </p:nvPr>
        </p:nvSpPr>
        <p:spPr>
          <a:xfrm>
            <a:off x="2358596" y="2049523"/>
            <a:ext cx="6373512" cy="2817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3600"/>
              </a:lnSpc>
              <a:defRPr sz="3200"/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03797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>
            <a:extLst>
              <a:ext uri="{FF2B5EF4-FFF2-40B4-BE49-F238E27FC236}">
                <a16:creationId xmlns:a16="http://schemas.microsoft.com/office/drawing/2014/main" id="{4AB942B8-D485-43EB-B893-D7EF852597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Otsikko 2"/>
          <p:cNvSpPr>
            <a:spLocks noGrp="1"/>
          </p:cNvSpPr>
          <p:nvPr>
            <p:ph type="title"/>
          </p:nvPr>
        </p:nvSpPr>
        <p:spPr>
          <a:xfrm>
            <a:off x="978683" y="2049523"/>
            <a:ext cx="6373512" cy="2817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3600"/>
              </a:lnSpc>
              <a:defRPr sz="3200"/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C6C2C99A-DA4C-41F0-ADDF-F850E7C02A8C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66739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235710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235710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8915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9191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79191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9B2DEAFD-14B8-46F3-89ED-609D3D3377D8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596321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sältö - ykkösvalinta - li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>
            <a:extLst>
              <a:ext uri="{FF2B5EF4-FFF2-40B4-BE49-F238E27FC236}">
                <a16:creationId xmlns:a16="http://schemas.microsoft.com/office/drawing/2014/main" id="{FE89DC39-807A-4E9C-9BF9-8794BD58BC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9191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79191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AE6C7CC8-3097-4489-8F57-1AAB4DBE7496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83227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o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uvan paikkamerkki 2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247135" y="2004607"/>
            <a:ext cx="6912000" cy="4214962"/>
          </a:xfrm>
          <a:prstGeom prst="rect">
            <a:avLst/>
          </a:prstGeom>
          <a:noFill/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  <p:sp>
        <p:nvSpPr>
          <p:cNvPr id="11" name="Sisällön paikkamerkki 2"/>
          <p:cNvSpPr>
            <a:spLocks noGrp="1"/>
          </p:cNvSpPr>
          <p:nvPr>
            <p:ph sz="quarter" idx="12"/>
          </p:nvPr>
        </p:nvSpPr>
        <p:spPr>
          <a:xfrm>
            <a:off x="7298724" y="4061254"/>
            <a:ext cx="1441622" cy="21583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2pPr>
            <a:lvl3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3pPr>
            <a:lvl4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4pPr>
            <a:lvl5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247135" y="463607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Kuvan 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4283676" y="947206"/>
            <a:ext cx="4473147" cy="159777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9" name="Sisällön paikkamerkki 2"/>
          <p:cNvSpPr>
            <a:spLocks noGrp="1"/>
          </p:cNvSpPr>
          <p:nvPr>
            <p:ph sz="quarter" idx="12"/>
          </p:nvPr>
        </p:nvSpPr>
        <p:spPr>
          <a:xfrm>
            <a:off x="4283675" y="2709949"/>
            <a:ext cx="4473147" cy="355904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10" name="Kuvan paikkamerkki 2"/>
          <p:cNvSpPr>
            <a:spLocks noGrp="1"/>
          </p:cNvSpPr>
          <p:nvPr>
            <p:ph type="pic" sz="quarter" idx="11" hasCustomPrompt="1"/>
          </p:nvPr>
        </p:nvSpPr>
        <p:spPr>
          <a:xfrm>
            <a:off x="247135" y="943236"/>
            <a:ext cx="3781167" cy="5325760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</p:spTree>
    <p:extLst>
      <p:ext uri="{BB962C8B-B14F-4D97-AF65-F5344CB8AC3E}">
        <p14:creationId xmlns:p14="http://schemas.microsoft.com/office/powerpoint/2010/main" val="7771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+ sisältö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DC2E2FDC-F3B3-41CF-AB6A-48494A762CA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75437" y="951548"/>
            <a:ext cx="4473147" cy="35705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6" name="Kuvan paikkamerkki 2">
            <a:extLst>
              <a:ext uri="{FF2B5EF4-FFF2-40B4-BE49-F238E27FC236}">
                <a16:creationId xmlns:a16="http://schemas.microsoft.com/office/drawing/2014/main" id="{E8D99E9B-A051-45B4-883C-FC52D255B8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7135" y="943236"/>
            <a:ext cx="3781167" cy="5325760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81555D7A-CF63-4EF4-9AB9-418A106F04E9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4054878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hteystiedot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8" name="Tekstiruutu 7">
            <a:extLst>
              <a:ext uri="{FF2B5EF4-FFF2-40B4-BE49-F238E27FC236}">
                <a16:creationId xmlns:a16="http://schemas.microsoft.com/office/drawing/2014/main" id="{BF8A0455-F601-4BA2-A012-9207EB26FC2C}"/>
              </a:ext>
            </a:extLst>
          </p:cNvPr>
          <p:cNvSpPr txBox="1"/>
          <p:nvPr userDrawn="1"/>
        </p:nvSpPr>
        <p:spPr>
          <a:xfrm>
            <a:off x="640080" y="1151452"/>
            <a:ext cx="577734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Kysyttävää hakemisesta?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6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Ota yhteyttä Hakupalveluihin</a:t>
            </a: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040 174 5579, </a:t>
            </a:r>
            <a:b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hakupalvelut@keuda.fi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Palvelemme myös chatissä keuda.fi.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Kiinnostaako oppisopimuskoulutus?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6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Ota yhteyttä Työelämäpalveluihin</a:t>
            </a: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040 174 5627, </a:t>
            </a:r>
            <a:b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tyoelamapalvelut@keuda.fi</a:t>
            </a:r>
          </a:p>
          <a:p>
            <a:pPr rtl="0"/>
            <a:endParaRPr lang="fi-FI" sz="18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Keudan</a:t>
            </a:r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koulutusten yleisinfot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Parittomien viikkojen keskiviikkona klo 14 – 16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osoitteessa Keskikatu 3A, Kerava.</a:t>
            </a:r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Keudaan</a:t>
            </a:r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tutustumaan? 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Katso päivittyvä lista avoimista ovista, infoista ja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muista tapahtumista osoitteessa </a:t>
            </a:r>
            <a:r>
              <a:rPr lang="fi-FI" sz="18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keuda.fi/infot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#ykkösvalinta  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www.keuda.fi</a:t>
            </a:r>
          </a:p>
          <a:p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86727D7-5BF9-4FEE-AD3B-148F54785AC3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389044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rtta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8AB97C95-E635-4200-B163-54DAC764B7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4" name="Kuva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663" y="996490"/>
            <a:ext cx="4072478" cy="5609394"/>
          </a:xfrm>
          <a:prstGeom prst="rect">
            <a:avLst/>
          </a:prstGeom>
        </p:spPr>
      </p:pic>
      <p:sp>
        <p:nvSpPr>
          <p:cNvPr id="6" name="Tekstiruutu 5">
            <a:extLst>
              <a:ext uri="{FF2B5EF4-FFF2-40B4-BE49-F238E27FC236}">
                <a16:creationId xmlns:a16="http://schemas.microsoft.com/office/drawing/2014/main" id="{000F45F4-BC06-4C0F-93B5-E159DC2EDFDB}"/>
              </a:ext>
            </a:extLst>
          </p:cNvPr>
          <p:cNvSpPr txBox="1"/>
          <p:nvPr userDrawn="1"/>
        </p:nvSpPr>
        <p:spPr>
          <a:xfrm>
            <a:off x="590205" y="1485231"/>
            <a:ext cx="5777346" cy="322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i-FI" sz="32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</a:t>
            </a:r>
            <a:endParaRPr lang="fi-FI" sz="32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Toteutamme opiskelijoille ja työelämälle yksilöllisiä,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vetovoimaisia  koulutus- ja kehittämispalveluja.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Opetus- ja koulutuspalvelut</a:t>
            </a: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Työelämäpalvelut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18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Koulutustarjontamme kattaa kaikki koulutusalat: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Auto- ja logistiikkapalvelut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Hyvinvointipalvelut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Liike-elämän 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Luonnonvara- ja ympäristöpalvelut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Palvelualat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Teknologia- ja rakentamispalvelut</a:t>
            </a:r>
          </a:p>
          <a:p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A7953638-5DFE-4A4A-91AA-B825B3CD5B5A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156143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kautettu asette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32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9E241046-3378-4DA4-96C2-F167FE837D5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548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723" r:id="rId2"/>
    <p:sldLayoutId id="2147483720" r:id="rId3"/>
    <p:sldLayoutId id="2147483707" r:id="rId4"/>
    <p:sldLayoutId id="2147483726" r:id="rId5"/>
    <p:sldLayoutId id="2147483721" r:id="rId6"/>
    <p:sldLayoutId id="2147483718" r:id="rId7"/>
    <p:sldLayoutId id="2147483724" r:id="rId8"/>
    <p:sldLayoutId id="2147483725" r:id="rId9"/>
    <p:sldLayoutId id="2147483722" r:id="rId10"/>
    <p:sldLayoutId id="2147483727" r:id="rId11"/>
  </p:sldLayoutIdLst>
  <p:txStyles>
    <p:titleStyle>
      <a:lvl1pPr algn="l" defTabSz="457200" rtl="0" eaLnBrk="1" latinLnBrk="0" hangingPunct="1">
        <a:lnSpc>
          <a:spcPts val="3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1pPr>
    </p:titleStyle>
    <p:bodyStyle>
      <a:lvl1pPr marL="342900" indent="-3429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•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1pPr>
      <a:lvl2pPr marL="742950" indent="-28575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–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2pPr>
      <a:lvl3pPr marL="11430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•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3pPr>
      <a:lvl4pPr marL="16002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–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4pPr>
      <a:lvl5pPr marL="20574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»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irAq4nb6ZvE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youtu.be/NQ8f9wi_og8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15E736C-2297-7045-8CA5-2971B118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T1-tason ohjelmointi C#-kielellä</a:t>
            </a:r>
          </a:p>
        </p:txBody>
      </p:sp>
    </p:spTree>
    <p:extLst>
      <p:ext uri="{BB962C8B-B14F-4D97-AF65-F5344CB8AC3E}">
        <p14:creationId xmlns:p14="http://schemas.microsoft.com/office/powerpoint/2010/main" val="3615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>
            <a:extLst>
              <a:ext uri="{FF2B5EF4-FFF2-40B4-BE49-F238E27FC236}">
                <a16:creationId xmlns:a16="http://schemas.microsoft.com/office/drawing/2014/main" id="{043A2972-42D5-4659-9537-A49B2754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711200"/>
          </a:xfrm>
        </p:spPr>
        <p:txBody>
          <a:bodyPr/>
          <a:lstStyle/>
          <a:p>
            <a:r>
              <a:rPr lang="fi-FI" dirty="0"/>
              <a:t>13. Tehtävä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160BFA3E-5B58-4CF1-BA6B-90256032D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880534"/>
            <a:ext cx="8352082" cy="5977466"/>
          </a:xfrm>
        </p:spPr>
        <p:txBody>
          <a:bodyPr/>
          <a:lstStyle/>
          <a:p>
            <a:r>
              <a:rPr lang="fi-FI" dirty="0"/>
              <a:t>Tässä tehtävässä lataamme kaksi tiedostoa (pojat.txt ja tytot.txt) taulukkomuuttujiin ja vertaamme käyttäjän antamaa nimeä, löytyykö se suosittujen nimien joukosta ja palautamme viestin, löytyykö ja jos löytyy, monentenako</a:t>
            </a:r>
          </a:p>
        </p:txBody>
      </p:sp>
      <p:pic>
        <p:nvPicPr>
          <p:cNvPr id="6" name="Kuva 5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421B5F45-E312-43D6-8693-69742AE98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21" y="1833033"/>
            <a:ext cx="761047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8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42644A8E-F324-4864-97D2-E03A3ED29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6" y="257704"/>
            <a:ext cx="7737249" cy="5465763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6A7AE36-C260-4118-8B59-A27EF212FC0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24656" y="1353454"/>
            <a:ext cx="5248647" cy="898680"/>
          </a:xfrm>
          <a:solidFill>
            <a:srgbClr val="FFFF00"/>
          </a:solidFill>
        </p:spPr>
        <p:txBody>
          <a:bodyPr/>
          <a:lstStyle/>
          <a:p>
            <a:r>
              <a:rPr lang="fi-FI" dirty="0"/>
              <a:t>Joudut lisäämään System.IO kirjaston, jotta pystyt lukemaan tiedoston (eli ihan ylös: </a:t>
            </a:r>
            <a:r>
              <a:rPr lang="fi-FI" dirty="0" err="1"/>
              <a:t>using</a:t>
            </a:r>
            <a:r>
              <a:rPr lang="fi-FI" dirty="0"/>
              <a:t> System.IO)</a:t>
            </a: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2CAACE04-8C2D-4089-AA6E-74CE30B2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350" y="129863"/>
            <a:ext cx="5761282" cy="720196"/>
          </a:xfrm>
        </p:spPr>
        <p:txBody>
          <a:bodyPr/>
          <a:lstStyle/>
          <a:p>
            <a:r>
              <a:rPr lang="fi-FI" dirty="0"/>
              <a:t>13. Tehtävä - koodi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ED8AFB57-B1AF-BF4E-9851-468C1F6349AF}"/>
              </a:ext>
            </a:extLst>
          </p:cNvPr>
          <p:cNvSpPr txBox="1"/>
          <p:nvPr/>
        </p:nvSpPr>
        <p:spPr>
          <a:xfrm>
            <a:off x="2732809" y="5400301"/>
            <a:ext cx="4925291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Video:</a:t>
            </a:r>
          </a:p>
          <a:p>
            <a:r>
              <a:rPr lang="fi-FI" dirty="0" err="1">
                <a:hlinkClick r:id="rId3"/>
              </a:rPr>
              <a:t>https</a:t>
            </a:r>
            <a:r>
              <a:rPr lang="fi-FI" dirty="0">
                <a:hlinkClick r:id="rId3"/>
              </a:rPr>
              <a:t>://</a:t>
            </a:r>
            <a:r>
              <a:rPr lang="fi-FI" dirty="0" err="1">
                <a:hlinkClick r:id="rId3"/>
              </a:rPr>
              <a:t>youtu.be</a:t>
            </a:r>
            <a:r>
              <a:rPr lang="fi-FI" dirty="0">
                <a:hlinkClick r:id="rId3"/>
              </a:rPr>
              <a:t>/irAq4nb6ZvE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823874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2F24074-65DB-49BE-9BE8-7844D23AB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81" y="0"/>
            <a:ext cx="5761282" cy="1440392"/>
          </a:xfrm>
        </p:spPr>
        <p:txBody>
          <a:bodyPr/>
          <a:lstStyle/>
          <a:p>
            <a:r>
              <a:rPr lang="fi-FI" dirty="0"/>
              <a:t>14. Tehtävä - päiväkirja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AD6CCED-014C-4093-8A74-120ECC5C473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1189" y="1440393"/>
            <a:ext cx="8236997" cy="5356064"/>
          </a:xfrm>
        </p:spPr>
        <p:txBody>
          <a:bodyPr/>
          <a:lstStyle/>
          <a:p>
            <a:r>
              <a:rPr lang="fi-FI" dirty="0"/>
              <a:t>Tehtävänä on tehdä päiväkirja, joka tallentaa tekstitiedostoon koneelle käyttäjän tallentamat tekstit. Jotta vanhat tekstit ei tuhoutuisi, pitää muistaa ensin lukea vanhat tekstit muuttujaan, johon uudet tekstit lisätään</a:t>
            </a:r>
          </a:p>
          <a:p>
            <a:r>
              <a:rPr lang="fi-FI" dirty="0"/>
              <a:t>Tämän lisäksi lisäämme tekstin loppuun päivämäärän ja kellonajan, jotta käyttäjän on helpompi myöhemmin katsoa, milloin on minkäkin viestin päiväkirjaan merkinnyt. Loppuun lisäämme </a:t>
            </a:r>
            <a:r>
              <a:rPr lang="fi-FI" dirty="0" err="1"/>
              <a:t>enterin</a:t>
            </a:r>
            <a:r>
              <a:rPr lang="fi-FI" dirty="0"/>
              <a:t> painalluksen.</a:t>
            </a:r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FC676B24-E897-45C7-B765-E3A15992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188557"/>
            <a:ext cx="6091646" cy="365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2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9F49353-9927-4771-9DF0-564789E2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44" y="8709"/>
            <a:ext cx="5761282" cy="705394"/>
          </a:xfrm>
        </p:spPr>
        <p:txBody>
          <a:bodyPr/>
          <a:lstStyle/>
          <a:p>
            <a:r>
              <a:rPr lang="fi-FI" dirty="0"/>
              <a:t>14. Tehtävä - koodi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1C4EF47-79AB-41D6-BBE9-8916874987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7414" y="4180115"/>
            <a:ext cx="8456586" cy="2677886"/>
          </a:xfrm>
          <a:solidFill>
            <a:schemeClr val="bg1"/>
          </a:solidFill>
        </p:spPr>
        <p:txBody>
          <a:bodyPr/>
          <a:lstStyle/>
          <a:p>
            <a:r>
              <a:rPr lang="fi-FI" dirty="0"/>
              <a:t>Muista lisätä taas ylös ”</a:t>
            </a:r>
            <a:r>
              <a:rPr lang="fi-FI" dirty="0" err="1"/>
              <a:t>using</a:t>
            </a:r>
            <a:r>
              <a:rPr lang="fi-FI" dirty="0"/>
              <a:t> System.IO”, jotta kirjoitus ja luku onnistuvat</a:t>
            </a:r>
          </a:p>
          <a:p>
            <a:r>
              <a:rPr lang="fi-FI" dirty="0"/>
              <a:t>Muista myös, että nuo osoitteet ovat MINUN demo.txt –tiedoston osoitteita. Sinulla varmasti on omat osoitteet, joten vaihda ne sellaisiksi, että toimivat</a:t>
            </a:r>
          </a:p>
          <a:p>
            <a:r>
              <a:rPr lang="fi-FI" dirty="0"/>
              <a:t>Ja niin, tuo demo.txt pitää luoda ennen kuin tämä ohjelma toimii, eli tee tuo tiedosto vaikka </a:t>
            </a:r>
            <a:r>
              <a:rPr lang="fi-FI" dirty="0" err="1"/>
              <a:t>VisualStudiolla</a:t>
            </a:r>
            <a:r>
              <a:rPr lang="fi-FI" dirty="0"/>
              <a:t>, mutta se pitää olla olemassa ennen ensimmäistä käynnistyskertaa.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A48646BE-1C93-8D49-99F6-4CFFDD4638FE}"/>
              </a:ext>
            </a:extLst>
          </p:cNvPr>
          <p:cNvSpPr txBox="1"/>
          <p:nvPr/>
        </p:nvSpPr>
        <p:spPr>
          <a:xfrm>
            <a:off x="1001980" y="5936119"/>
            <a:ext cx="5465618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Video:</a:t>
            </a:r>
          </a:p>
          <a:p>
            <a:r>
              <a:rPr lang="fi-FI" dirty="0" err="1">
                <a:hlinkClick r:id="rId2"/>
              </a:rPr>
              <a:t>https</a:t>
            </a:r>
            <a:r>
              <a:rPr lang="fi-FI" dirty="0">
                <a:hlinkClick r:id="rId2"/>
              </a:rPr>
              <a:t>://</a:t>
            </a:r>
            <a:r>
              <a:rPr lang="fi-FI" dirty="0" err="1">
                <a:hlinkClick r:id="rId2"/>
              </a:rPr>
              <a:t>youtu.be</a:t>
            </a:r>
            <a:r>
              <a:rPr lang="fi-FI" dirty="0">
                <a:hlinkClick r:id="rId2"/>
              </a:rPr>
              <a:t>/NQ8f9wi_og8</a:t>
            </a:r>
            <a:endParaRPr lang="fi-FI" dirty="0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A12CA111-AE43-4FC3-968C-984C8A8A9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94" y="714103"/>
            <a:ext cx="6011633" cy="3372863"/>
          </a:xfrm>
          <a:prstGeom prst="rect">
            <a:avLst/>
          </a:prstGeom>
        </p:spPr>
      </p:pic>
      <p:sp>
        <p:nvSpPr>
          <p:cNvPr id="8" name="Tekstiruutu 7">
            <a:extLst>
              <a:ext uri="{FF2B5EF4-FFF2-40B4-BE49-F238E27FC236}">
                <a16:creationId xmlns:a16="http://schemas.microsoft.com/office/drawing/2014/main" id="{23524ACD-9D4B-4A22-A6C7-A61F2EE63E1A}"/>
              </a:ext>
            </a:extLst>
          </p:cNvPr>
          <p:cNvSpPr txBox="1"/>
          <p:nvPr/>
        </p:nvSpPr>
        <p:spPr>
          <a:xfrm>
            <a:off x="6043748" y="1176584"/>
            <a:ext cx="2952205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fi-FI" dirty="0"/>
              <a:t>Tämä osuus puuttuu videosta</a:t>
            </a:r>
          </a:p>
        </p:txBody>
      </p:sp>
    </p:spTree>
    <p:extLst>
      <p:ext uri="{BB962C8B-B14F-4D97-AF65-F5344CB8AC3E}">
        <p14:creationId xmlns:p14="http://schemas.microsoft.com/office/powerpoint/2010/main" val="4265006176"/>
      </p:ext>
    </p:extLst>
  </p:cSld>
  <p:clrMapOvr>
    <a:masterClrMapping/>
  </p:clrMapOvr>
</p:sld>
</file>

<file path=ppt/theme/theme1.xml><?xml version="1.0" encoding="utf-8"?>
<a:theme xmlns:a="http://schemas.openxmlformats.org/drawingml/2006/main" name="Keuda">
  <a:themeElements>
    <a:clrScheme name="KEUDA">
      <a:dk1>
        <a:srgbClr val="000000"/>
      </a:dk1>
      <a:lt1>
        <a:sysClr val="window" lastClr="FFFFFF"/>
      </a:lt1>
      <a:dk2>
        <a:srgbClr val="000000"/>
      </a:dk2>
      <a:lt2>
        <a:srgbClr val="DAD9D4"/>
      </a:lt2>
      <a:accent1>
        <a:srgbClr val="3AAA35"/>
      </a:accent1>
      <a:accent2>
        <a:srgbClr val="BCCF00"/>
      </a:accent2>
      <a:accent3>
        <a:srgbClr val="C9338B"/>
      </a:accent3>
      <a:accent4>
        <a:srgbClr val="0074D8"/>
      </a:accent4>
      <a:accent5>
        <a:srgbClr val="623D91"/>
      </a:accent5>
      <a:accent6>
        <a:srgbClr val="000000"/>
      </a:accent6>
      <a:hlink>
        <a:srgbClr val="3AAA35"/>
      </a:hlink>
      <a:folHlink>
        <a:srgbClr val="BCCF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eudapohja" id="{A054984A-8E48-3642-AE8C-EDA194885A68}" vid="{D6D0F34A-5152-A84B-95B2-81CF7E64AF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F531312B7327114EB8C6A781B61668F8" ma:contentTypeVersion="13" ma:contentTypeDescription="Luo uusi asiakirja." ma:contentTypeScope="" ma:versionID="160cf9f1a0764e32543ee535e7019f2e">
  <xsd:schema xmlns:xsd="http://www.w3.org/2001/XMLSchema" xmlns:xs="http://www.w3.org/2001/XMLSchema" xmlns:p="http://schemas.microsoft.com/office/2006/metadata/properties" xmlns:ns3="bef9a14e-6b3a-4af1-813a-eac9023b19ca" xmlns:ns4="d60cdafe-3c14-470c-9774-fed17032e9b6" targetNamespace="http://schemas.microsoft.com/office/2006/metadata/properties" ma:root="true" ma:fieldsID="93873177101ee229c29b07e8d73cfea5" ns3:_="" ns4:_="">
    <xsd:import namespace="bef9a14e-6b3a-4af1-813a-eac9023b19ca"/>
    <xsd:import namespace="d60cdafe-3c14-470c-9774-fed17032e9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f9a14e-6b3a-4af1-813a-eac9023b19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cdafe-3c14-470c-9774-fed17032e9b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Jakamisvihjeen hajautu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0cdafe-3c14-470c-9774-fed17032e9b6">
      <UserInfo>
        <DisplayName>Tiina Myrsky</DisplayName>
        <AccountId>395</AccountId>
        <AccountType/>
      </UserInfo>
      <UserInfo>
        <DisplayName>Sirpa Laiho</DisplayName>
        <AccountId>953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EF9867-FB68-4B42-81D4-E5B6D5D4E4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f9a14e-6b3a-4af1-813a-eac9023b19ca"/>
    <ds:schemaRef ds:uri="d60cdafe-3c14-470c-9774-fed17032e9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30FAD33-FC5D-40A5-A5BF-CED66488F50B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bef9a14e-6b3a-4af1-813a-eac9023b19ca"/>
    <ds:schemaRef ds:uri="http://schemas.microsoft.com/office/infopath/2007/PartnerControls"/>
    <ds:schemaRef ds:uri="d60cdafe-3c14-470c-9774-fed17032e9b6"/>
    <ds:schemaRef ds:uri="http://schemas.microsoft.com/office/2006/metadata/propertie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F0D5726-3D6A-4EAD-9F28-E8ED54CD113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Keuda</Template>
  <TotalTime>15684</TotalTime>
  <Words>237</Words>
  <Application>Microsoft Office PowerPoint</Application>
  <PresentationFormat>Näytössä katseltava diaesitys (4:3)</PresentationFormat>
  <Paragraphs>17</Paragraphs>
  <Slides>5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5</vt:i4>
      </vt:variant>
    </vt:vector>
  </HeadingPairs>
  <TitlesOfParts>
    <vt:vector size="9" baseType="lpstr">
      <vt:lpstr>Arial</vt:lpstr>
      <vt:lpstr>Calibri</vt:lpstr>
      <vt:lpstr>TitilliumText22L Light</vt:lpstr>
      <vt:lpstr>Keuda</vt:lpstr>
      <vt:lpstr>T1-tason ohjelmointi C#-kielellä</vt:lpstr>
      <vt:lpstr>13. Tehtävä</vt:lpstr>
      <vt:lpstr>13. Tehtävä - koodi</vt:lpstr>
      <vt:lpstr>14. Tehtävä - päiväkirja</vt:lpstr>
      <vt:lpstr>14. Tehtävä - koodi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T1-tason ohjelmointi C#-kielellä</dc:title>
  <dc:creator>Jyri Lindroos</dc:creator>
  <cp:lastModifiedBy>Jyri Lindroos</cp:lastModifiedBy>
  <cp:revision>49</cp:revision>
  <dcterms:created xsi:type="dcterms:W3CDTF">2021-08-06T08:12:12Z</dcterms:created>
  <dcterms:modified xsi:type="dcterms:W3CDTF">2021-11-29T07:38:37Z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0x010100F531312B7327114EB8C6A781B61668F8</vt:lpwstr>
  </property>
  <property fmtid="{D5CDD505-2E9C-101B-9397-08002B2CF9AE}" pid="3" name="Keuda Avainsana">
    <vt:lpwstr>22;#viestintä|b7bd8df1-11a9-47b9-81d4-8f39aa216b53</vt:lpwstr>
  </property>
  <property fmtid="{D5CDD505-2E9C-101B-9397-08002B2CF9AE}" pid="4" name="Keuda Ala">
    <vt:lpwstr>17;#Yhteiset palvelut|dd5a481c-96b8-4355-a3f4-1b3fa68beb25</vt:lpwstr>
  </property>
  <property fmtid="{D5CDD505-2E9C-101B-9397-08002B2CF9AE}" pid="5" name="Keuda Dokumenttityyppi">
    <vt:lpwstr>10;#Esitysmateriaali|ed134d34-a4c9-4be4-9a74-125bd0dfe4d4</vt:lpwstr>
  </property>
  <property fmtid="{D5CDD505-2E9C-101B-9397-08002B2CF9AE}" pid="6" name="AuthorIds_UIVersion_2560">
    <vt:lpwstr>30</vt:lpwstr>
  </property>
  <property fmtid="{D5CDD505-2E9C-101B-9397-08002B2CF9AE}" pid="7" name="AuthorIds_UIVersion_3072">
    <vt:lpwstr>30</vt:lpwstr>
  </property>
</Properties>
</file>